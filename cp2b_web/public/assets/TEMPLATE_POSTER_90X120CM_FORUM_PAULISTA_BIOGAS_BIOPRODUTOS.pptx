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3200000" cx="3240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6">
          <p15:clr>
            <a:srgbClr val="747775"/>
          </p15:clr>
        </p15:guide>
        <p15:guide id="2" pos="1020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6" orient="horz"/>
        <p:guide pos="1020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04478" y="6253648"/>
            <a:ext cx="30191100" cy="17239800"/>
          </a:xfrm>
          <a:prstGeom prst="rect">
            <a:avLst/>
          </a:prstGeom>
        </p:spPr>
        <p:txBody>
          <a:bodyPr anchorCtr="0" anchor="b" bIns="471925" lIns="471925" spcFirstLastPara="1" rIns="471925" wrap="square" tIns="471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1pPr>
            <a:lvl2pPr lvl="1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2pPr>
            <a:lvl3pPr lvl="2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3pPr>
            <a:lvl4pPr lvl="3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4pPr>
            <a:lvl5pPr lvl="4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5pPr>
            <a:lvl6pPr lvl="5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6pPr>
            <a:lvl7pPr lvl="6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7pPr>
            <a:lvl8pPr lvl="7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8pPr>
            <a:lvl9pPr lvl="8" algn="ctr">
              <a:spcBef>
                <a:spcPts val="0"/>
              </a:spcBef>
              <a:spcAft>
                <a:spcPts val="0"/>
              </a:spcAft>
              <a:buSzPts val="26842"/>
              <a:buNone/>
              <a:defRPr sz="26842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04449" y="23803675"/>
            <a:ext cx="30191100" cy="66570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104449" y="18064882"/>
            <a:ext cx="30191100" cy="70701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583"/>
              <a:buNone/>
              <a:defRPr sz="18583"/>
            </a:lvl1pPr>
            <a:lvl2pPr lvl="1" algn="ctr">
              <a:spcBef>
                <a:spcPts val="0"/>
              </a:spcBef>
              <a:spcAft>
                <a:spcPts val="0"/>
              </a:spcAft>
              <a:buSzPts val="18583"/>
              <a:buNone/>
              <a:defRPr sz="18583"/>
            </a:lvl2pPr>
            <a:lvl3pPr lvl="2" algn="ctr">
              <a:spcBef>
                <a:spcPts val="0"/>
              </a:spcBef>
              <a:spcAft>
                <a:spcPts val="0"/>
              </a:spcAft>
              <a:buSzPts val="18583"/>
              <a:buNone/>
              <a:defRPr sz="18583"/>
            </a:lvl3pPr>
            <a:lvl4pPr lvl="3" algn="ctr">
              <a:spcBef>
                <a:spcPts val="0"/>
              </a:spcBef>
              <a:spcAft>
                <a:spcPts val="0"/>
              </a:spcAft>
              <a:buSzPts val="18583"/>
              <a:buNone/>
              <a:defRPr sz="18583"/>
            </a:lvl4pPr>
            <a:lvl5pPr lvl="4" algn="ctr">
              <a:spcBef>
                <a:spcPts val="0"/>
              </a:spcBef>
              <a:spcAft>
                <a:spcPts val="0"/>
              </a:spcAft>
              <a:buSzPts val="18583"/>
              <a:buNone/>
              <a:defRPr sz="18583"/>
            </a:lvl5pPr>
            <a:lvl6pPr lvl="5" algn="ctr">
              <a:spcBef>
                <a:spcPts val="0"/>
              </a:spcBef>
              <a:spcAft>
                <a:spcPts val="0"/>
              </a:spcAft>
              <a:buSzPts val="18583"/>
              <a:buNone/>
              <a:defRPr sz="18583"/>
            </a:lvl6pPr>
            <a:lvl7pPr lvl="6" algn="ctr">
              <a:spcBef>
                <a:spcPts val="0"/>
              </a:spcBef>
              <a:spcAft>
                <a:spcPts val="0"/>
              </a:spcAft>
              <a:buSzPts val="18583"/>
              <a:buNone/>
              <a:defRPr sz="18583"/>
            </a:lvl7pPr>
            <a:lvl8pPr lvl="7" algn="ctr">
              <a:spcBef>
                <a:spcPts val="0"/>
              </a:spcBef>
              <a:spcAft>
                <a:spcPts val="0"/>
              </a:spcAft>
              <a:buSzPts val="18583"/>
              <a:buNone/>
              <a:defRPr sz="18583"/>
            </a:lvl8pPr>
            <a:lvl9pPr lvl="8" algn="ctr">
              <a:spcBef>
                <a:spcPts val="0"/>
              </a:spcBef>
              <a:spcAft>
                <a:spcPts val="0"/>
              </a:spcAft>
              <a:buSzPts val="18583"/>
              <a:buNone/>
              <a:defRPr sz="18583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104449" y="3737743"/>
            <a:ext cx="30191100" cy="48102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1pPr>
            <a:lvl2pPr lvl="1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2pPr>
            <a:lvl3pPr lvl="2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3pPr>
            <a:lvl4pPr lvl="3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4pPr>
            <a:lvl5pPr lvl="4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5pPr>
            <a:lvl6pPr lvl="5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6pPr>
            <a:lvl7pPr lvl="6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7pPr>
            <a:lvl8pPr lvl="7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8pPr>
            <a:lvl9pPr lvl="8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104449" y="9679580"/>
            <a:ext cx="30191100" cy="286941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>
            <a:lvl1pPr indent="-818600" lvl="0" marL="457200">
              <a:spcBef>
                <a:spcPts val="0"/>
              </a:spcBef>
              <a:spcAft>
                <a:spcPts val="0"/>
              </a:spcAft>
              <a:buSzPts val="9291"/>
              <a:buChar char="●"/>
              <a:defRPr sz="9291"/>
            </a:lvl1pPr>
            <a:lvl2pPr indent="-687489" lvl="1" marL="914400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2pPr>
            <a:lvl3pPr indent="-687489" lvl="2" marL="1371600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3pPr>
            <a:lvl4pPr indent="-687489" lvl="3" marL="1828800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4pPr>
            <a:lvl5pPr indent="-687489" lvl="4" marL="2286000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5pPr>
            <a:lvl6pPr indent="-687489" lvl="5" marL="2743200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6pPr>
            <a:lvl7pPr indent="-687489" lvl="6" marL="3200400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7pPr>
            <a:lvl8pPr indent="-687489" lvl="7" marL="3657600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8pPr>
            <a:lvl9pPr indent="-687489" lvl="8" marL="4114800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104449" y="3737743"/>
            <a:ext cx="30191100" cy="48102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1pPr>
            <a:lvl2pPr lvl="1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2pPr>
            <a:lvl3pPr lvl="2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3pPr>
            <a:lvl4pPr lvl="3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4pPr>
            <a:lvl5pPr lvl="4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5pPr>
            <a:lvl6pPr lvl="5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6pPr>
            <a:lvl7pPr lvl="6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7pPr>
            <a:lvl8pPr lvl="7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8pPr>
            <a:lvl9pPr lvl="8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104449" y="9679580"/>
            <a:ext cx="14172900" cy="286941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>
            <a:lvl1pPr indent="-687489" lvl="0" marL="457200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1pPr>
            <a:lvl2pPr indent="-621934" lvl="1" marL="914400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2pPr>
            <a:lvl3pPr indent="-621934" lvl="2" marL="1371600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3pPr>
            <a:lvl4pPr indent="-621934" lvl="3" marL="1828800">
              <a:spcBef>
                <a:spcPts val="0"/>
              </a:spcBef>
              <a:spcAft>
                <a:spcPts val="0"/>
              </a:spcAft>
              <a:buSzPts val="6194"/>
              <a:buChar char="●"/>
              <a:defRPr sz="6194"/>
            </a:lvl4pPr>
            <a:lvl5pPr indent="-621934" lvl="4" marL="2286000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5pPr>
            <a:lvl6pPr indent="-621934" lvl="5" marL="2743200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6pPr>
            <a:lvl7pPr indent="-621934" lvl="6" marL="3200400">
              <a:spcBef>
                <a:spcPts val="0"/>
              </a:spcBef>
              <a:spcAft>
                <a:spcPts val="0"/>
              </a:spcAft>
              <a:buSzPts val="6194"/>
              <a:buChar char="●"/>
              <a:defRPr sz="6194"/>
            </a:lvl7pPr>
            <a:lvl8pPr indent="-621934" lvl="7" marL="3657600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8pPr>
            <a:lvl9pPr indent="-621934" lvl="8" marL="4114800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7122677" y="9679580"/>
            <a:ext cx="14172900" cy="286941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>
            <a:lvl1pPr indent="-687489" lvl="0" marL="457200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1pPr>
            <a:lvl2pPr indent="-621934" lvl="1" marL="914400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2pPr>
            <a:lvl3pPr indent="-621934" lvl="2" marL="1371600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3pPr>
            <a:lvl4pPr indent="-621934" lvl="3" marL="1828800">
              <a:spcBef>
                <a:spcPts val="0"/>
              </a:spcBef>
              <a:spcAft>
                <a:spcPts val="0"/>
              </a:spcAft>
              <a:buSzPts val="6194"/>
              <a:buChar char="●"/>
              <a:defRPr sz="6194"/>
            </a:lvl4pPr>
            <a:lvl5pPr indent="-621934" lvl="4" marL="2286000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5pPr>
            <a:lvl6pPr indent="-621934" lvl="5" marL="2743200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6pPr>
            <a:lvl7pPr indent="-621934" lvl="6" marL="3200400">
              <a:spcBef>
                <a:spcPts val="0"/>
              </a:spcBef>
              <a:spcAft>
                <a:spcPts val="0"/>
              </a:spcAft>
              <a:buSzPts val="6194"/>
              <a:buChar char="●"/>
              <a:defRPr sz="6194"/>
            </a:lvl7pPr>
            <a:lvl8pPr indent="-621934" lvl="7" marL="3657600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8pPr>
            <a:lvl9pPr indent="-621934" lvl="8" marL="4114800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104449" y="3737743"/>
            <a:ext cx="30191100" cy="48102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1pPr>
            <a:lvl2pPr lvl="1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2pPr>
            <a:lvl3pPr lvl="2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3pPr>
            <a:lvl4pPr lvl="3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4pPr>
            <a:lvl5pPr lvl="4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5pPr>
            <a:lvl6pPr lvl="5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6pPr>
            <a:lvl7pPr lvl="6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7pPr>
            <a:lvl8pPr lvl="7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8pPr>
            <a:lvl9pPr lvl="8">
              <a:spcBef>
                <a:spcPts val="0"/>
              </a:spcBef>
              <a:spcAft>
                <a:spcPts val="0"/>
              </a:spcAft>
              <a:buSzPts val="14453"/>
              <a:buNone/>
              <a:defRPr sz="14453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104449" y="4666457"/>
            <a:ext cx="9949500" cy="6347100"/>
          </a:xfrm>
          <a:prstGeom prst="rect">
            <a:avLst/>
          </a:prstGeom>
        </p:spPr>
        <p:txBody>
          <a:bodyPr anchorCtr="0" anchor="b" bIns="471925" lIns="471925" spcFirstLastPara="1" rIns="471925" wrap="square" tIns="471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1pPr>
            <a:lvl2pPr lvl="1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2pPr>
            <a:lvl3pPr lvl="2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3pPr>
            <a:lvl4pPr lvl="3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4pPr>
            <a:lvl5pPr lvl="4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5pPr>
            <a:lvl6pPr lvl="5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6pPr>
            <a:lvl7pPr lvl="6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7pPr>
            <a:lvl8pPr lvl="7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8pPr>
            <a:lvl9pPr lvl="8">
              <a:spcBef>
                <a:spcPts val="0"/>
              </a:spcBef>
              <a:spcAft>
                <a:spcPts val="0"/>
              </a:spcAft>
              <a:buSzPts val="12388"/>
              <a:buNone/>
              <a:defRPr sz="12388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104449" y="11671181"/>
            <a:ext cx="9949500" cy="267036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>
            <a:lvl1pPr indent="-621934" lvl="0" marL="457200">
              <a:spcBef>
                <a:spcPts val="0"/>
              </a:spcBef>
              <a:spcAft>
                <a:spcPts val="0"/>
              </a:spcAft>
              <a:buSzPts val="6194"/>
              <a:buChar char="●"/>
              <a:defRPr sz="6194"/>
            </a:lvl1pPr>
            <a:lvl2pPr indent="-621934" lvl="1" marL="914400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2pPr>
            <a:lvl3pPr indent="-621934" lvl="2" marL="1371600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3pPr>
            <a:lvl4pPr indent="-621934" lvl="3" marL="1828800">
              <a:spcBef>
                <a:spcPts val="0"/>
              </a:spcBef>
              <a:spcAft>
                <a:spcPts val="0"/>
              </a:spcAft>
              <a:buSzPts val="6194"/>
              <a:buChar char="●"/>
              <a:defRPr sz="6194"/>
            </a:lvl4pPr>
            <a:lvl5pPr indent="-621934" lvl="4" marL="2286000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5pPr>
            <a:lvl6pPr indent="-621934" lvl="5" marL="2743200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6pPr>
            <a:lvl7pPr indent="-621934" lvl="6" marL="3200400">
              <a:spcBef>
                <a:spcPts val="0"/>
              </a:spcBef>
              <a:spcAft>
                <a:spcPts val="0"/>
              </a:spcAft>
              <a:buSzPts val="6194"/>
              <a:buChar char="●"/>
              <a:defRPr sz="6194"/>
            </a:lvl7pPr>
            <a:lvl8pPr indent="-621934" lvl="7" marL="3657600">
              <a:spcBef>
                <a:spcPts val="0"/>
              </a:spcBef>
              <a:spcAft>
                <a:spcPts val="0"/>
              </a:spcAft>
              <a:buSzPts val="6194"/>
              <a:buChar char="○"/>
              <a:defRPr sz="6194"/>
            </a:lvl8pPr>
            <a:lvl9pPr indent="-621934" lvl="8" marL="4114800">
              <a:spcBef>
                <a:spcPts val="0"/>
              </a:spcBef>
              <a:spcAft>
                <a:spcPts val="0"/>
              </a:spcAft>
              <a:buSzPts val="6194"/>
              <a:buChar char="■"/>
              <a:defRPr sz="6194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737106" y="3780787"/>
            <a:ext cx="22563000" cy="343584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1pPr>
            <a:lvl2pPr lvl="1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2pPr>
            <a:lvl3pPr lvl="2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3pPr>
            <a:lvl4pPr lvl="3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4pPr>
            <a:lvl5pPr lvl="4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5pPr>
            <a:lvl6pPr lvl="5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6pPr>
            <a:lvl7pPr lvl="6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7pPr>
            <a:lvl8pPr lvl="7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8pPr>
            <a:lvl9pPr lvl="8">
              <a:spcBef>
                <a:spcPts val="0"/>
              </a:spcBef>
              <a:spcAft>
                <a:spcPts val="0"/>
              </a:spcAft>
              <a:buSzPts val="24777"/>
              <a:buNone/>
              <a:defRPr sz="24777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6200000" y="-1050"/>
            <a:ext cx="16200000" cy="432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71925" lIns="471925" spcFirstLastPara="1" rIns="471925" wrap="square" tIns="47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940748" y="10357375"/>
            <a:ext cx="14333400" cy="12449700"/>
          </a:xfrm>
          <a:prstGeom prst="rect">
            <a:avLst/>
          </a:prstGeom>
        </p:spPr>
        <p:txBody>
          <a:bodyPr anchorCtr="0" anchor="b" bIns="471925" lIns="471925" spcFirstLastPara="1" rIns="471925" wrap="square" tIns="471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1pPr>
            <a:lvl2pPr lvl="1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2pPr>
            <a:lvl3pPr lvl="2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3pPr>
            <a:lvl4pPr lvl="3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4pPr>
            <a:lvl5pPr lvl="4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5pPr>
            <a:lvl6pPr lvl="5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6pPr>
            <a:lvl7pPr lvl="6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7pPr>
            <a:lvl8pPr lvl="7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8pPr>
            <a:lvl9pPr lvl="8" algn="ctr">
              <a:spcBef>
                <a:spcPts val="0"/>
              </a:spcBef>
              <a:spcAft>
                <a:spcPts val="0"/>
              </a:spcAft>
              <a:buSzPts val="21680"/>
              <a:buNone/>
              <a:defRPr sz="2168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940748" y="23542887"/>
            <a:ext cx="14333400" cy="103734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40"/>
              <a:buNone/>
              <a:defRPr sz="1084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7502165" y="6081470"/>
            <a:ext cx="13595700" cy="310350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indent="-818600" lvl="0" marL="457200">
              <a:spcBef>
                <a:spcPts val="0"/>
              </a:spcBef>
              <a:spcAft>
                <a:spcPts val="0"/>
              </a:spcAft>
              <a:buSzPts val="9291"/>
              <a:buChar char="●"/>
              <a:defRPr sz="9291"/>
            </a:lvl1pPr>
            <a:lvl2pPr indent="-687489" lvl="1" marL="914400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2pPr>
            <a:lvl3pPr indent="-687489" lvl="2" marL="1371600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3pPr>
            <a:lvl4pPr indent="-687489" lvl="3" marL="1828800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4pPr>
            <a:lvl5pPr indent="-687489" lvl="4" marL="2286000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5pPr>
            <a:lvl6pPr indent="-687489" lvl="5" marL="2743200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6pPr>
            <a:lvl7pPr indent="-687489" lvl="6" marL="3200400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7pPr>
            <a:lvl8pPr indent="-687489" lvl="7" marL="3657600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8pPr>
            <a:lvl9pPr indent="-687489" lvl="8" marL="4114800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104449" y="35532388"/>
            <a:ext cx="21255600" cy="50823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291"/>
              <a:buNone/>
              <a:defRPr sz="9291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104449" y="9290289"/>
            <a:ext cx="30191100" cy="16491300"/>
          </a:xfrm>
          <a:prstGeom prst="rect">
            <a:avLst/>
          </a:prstGeom>
        </p:spPr>
        <p:txBody>
          <a:bodyPr anchorCtr="0" anchor="b" bIns="471925" lIns="471925" spcFirstLastPara="1" rIns="471925" wrap="square" tIns="471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1pPr>
            <a:lvl2pPr lvl="1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2pPr>
            <a:lvl3pPr lvl="2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3pPr>
            <a:lvl4pPr lvl="3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4pPr>
            <a:lvl5pPr lvl="4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5pPr>
            <a:lvl6pPr lvl="5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6pPr>
            <a:lvl7pPr lvl="6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7pPr>
            <a:lvl8pPr lvl="7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8pPr>
            <a:lvl9pPr lvl="8" algn="ctr">
              <a:spcBef>
                <a:spcPts val="0"/>
              </a:spcBef>
              <a:spcAft>
                <a:spcPts val="0"/>
              </a:spcAft>
              <a:buSzPts val="61942"/>
              <a:buNone/>
              <a:defRPr sz="6194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104449" y="26475381"/>
            <a:ext cx="30191100" cy="109254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>
            <a:lvl1pPr indent="-818600" lvl="0" marL="457200" algn="ctr">
              <a:spcBef>
                <a:spcPts val="0"/>
              </a:spcBef>
              <a:spcAft>
                <a:spcPts val="0"/>
              </a:spcAft>
              <a:buSzPts val="9291"/>
              <a:buChar char="●"/>
              <a:defRPr sz="9291"/>
            </a:lvl1pPr>
            <a:lvl2pPr indent="-687489" lvl="1" marL="914400" algn="ctr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2pPr>
            <a:lvl3pPr indent="-687489" lvl="2" marL="1371600" algn="ctr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3pPr>
            <a:lvl4pPr indent="-687489" lvl="3" marL="1828800" algn="ctr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4pPr>
            <a:lvl5pPr indent="-687489" lvl="4" marL="2286000" algn="ctr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5pPr>
            <a:lvl6pPr indent="-687489" lvl="5" marL="2743200" algn="ctr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6pPr>
            <a:lvl7pPr indent="-687489" lvl="6" marL="3200400" algn="ctr">
              <a:spcBef>
                <a:spcPts val="0"/>
              </a:spcBef>
              <a:spcAft>
                <a:spcPts val="0"/>
              </a:spcAft>
              <a:buSzPts val="7227"/>
              <a:buChar char="●"/>
              <a:defRPr sz="7227"/>
            </a:lvl7pPr>
            <a:lvl8pPr indent="-687489" lvl="7" marL="3657600" algn="ctr">
              <a:spcBef>
                <a:spcPts val="0"/>
              </a:spcBef>
              <a:spcAft>
                <a:spcPts val="0"/>
              </a:spcAft>
              <a:buSzPts val="7227"/>
              <a:buChar char="○"/>
              <a:defRPr sz="7227"/>
            </a:lvl8pPr>
            <a:lvl9pPr indent="-687489" lvl="8" marL="4114800" algn="ctr">
              <a:spcBef>
                <a:spcPts val="0"/>
              </a:spcBef>
              <a:spcAft>
                <a:spcPts val="0"/>
              </a:spcAft>
              <a:buSzPts val="7227"/>
              <a:buChar char="■"/>
              <a:defRPr sz="7227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</p:spPr>
        <p:txBody>
          <a:bodyPr anchorCtr="0" anchor="ctr" bIns="471925" lIns="471925" spcFirstLastPara="1" rIns="471925" wrap="square" tIns="471925">
            <a:normAutofit/>
          </a:bodyPr>
          <a:lstStyle>
            <a:lvl1pPr lvl="0">
              <a:buNone/>
              <a:defRPr sz="5162"/>
            </a:lvl1pPr>
            <a:lvl2pPr lvl="1">
              <a:buNone/>
              <a:defRPr sz="5162"/>
            </a:lvl2pPr>
            <a:lvl3pPr lvl="2">
              <a:buNone/>
              <a:defRPr sz="5162"/>
            </a:lvl3pPr>
            <a:lvl4pPr lvl="3">
              <a:buNone/>
              <a:defRPr sz="5162"/>
            </a:lvl4pPr>
            <a:lvl5pPr lvl="4">
              <a:buNone/>
              <a:defRPr sz="5162"/>
            </a:lvl5pPr>
            <a:lvl6pPr lvl="5">
              <a:buNone/>
              <a:defRPr sz="5162"/>
            </a:lvl6pPr>
            <a:lvl7pPr lvl="6">
              <a:buNone/>
              <a:defRPr sz="5162"/>
            </a:lvl7pPr>
            <a:lvl8pPr lvl="7">
              <a:buNone/>
              <a:defRPr sz="5162"/>
            </a:lvl8pPr>
            <a:lvl9pPr lvl="8">
              <a:buNone/>
              <a:defRPr sz="516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04449" y="3737743"/>
            <a:ext cx="301911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925" lIns="471925" spcFirstLastPara="1" rIns="471925" wrap="square" tIns="471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453"/>
              <a:buNone/>
              <a:defRPr sz="14453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04449" y="9679580"/>
            <a:ext cx="30191100" cy="286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1925" lIns="471925" spcFirstLastPara="1" rIns="471925" wrap="square" tIns="471925">
            <a:normAutofit/>
          </a:bodyPr>
          <a:lstStyle>
            <a:lvl1pPr indent="-81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291"/>
              <a:buChar char="●"/>
              <a:defRPr sz="9291">
                <a:solidFill>
                  <a:schemeClr val="dk2"/>
                </a:solidFill>
              </a:defRPr>
            </a:lvl1pPr>
            <a:lvl2pPr indent="-687489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○"/>
              <a:defRPr sz="7227">
                <a:solidFill>
                  <a:schemeClr val="dk2"/>
                </a:solidFill>
              </a:defRPr>
            </a:lvl2pPr>
            <a:lvl3pPr indent="-687489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■"/>
              <a:defRPr sz="7227">
                <a:solidFill>
                  <a:schemeClr val="dk2"/>
                </a:solidFill>
              </a:defRPr>
            </a:lvl3pPr>
            <a:lvl4pPr indent="-687489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●"/>
              <a:defRPr sz="7227">
                <a:solidFill>
                  <a:schemeClr val="dk2"/>
                </a:solidFill>
              </a:defRPr>
            </a:lvl4pPr>
            <a:lvl5pPr indent="-687489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○"/>
              <a:defRPr sz="7227">
                <a:solidFill>
                  <a:schemeClr val="dk2"/>
                </a:solidFill>
              </a:defRPr>
            </a:lvl5pPr>
            <a:lvl6pPr indent="-687489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■"/>
              <a:defRPr sz="7227">
                <a:solidFill>
                  <a:schemeClr val="dk2"/>
                </a:solidFill>
              </a:defRPr>
            </a:lvl6pPr>
            <a:lvl7pPr indent="-687489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●"/>
              <a:defRPr sz="7227">
                <a:solidFill>
                  <a:schemeClr val="dk2"/>
                </a:solidFill>
              </a:defRPr>
            </a:lvl7pPr>
            <a:lvl8pPr indent="-687489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○"/>
              <a:defRPr sz="7227">
                <a:solidFill>
                  <a:schemeClr val="dk2"/>
                </a:solidFill>
              </a:defRPr>
            </a:lvl8pPr>
            <a:lvl9pPr indent="-687489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27"/>
              <a:buChar char="■"/>
              <a:defRPr sz="7227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0020520" y="39166125"/>
            <a:ext cx="1944300" cy="330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1925" lIns="471925" spcFirstLastPara="1" rIns="471925" wrap="square" tIns="471925">
            <a:normAutofit/>
          </a:bodyPr>
          <a:lstStyle>
            <a:lvl1pPr lvl="0" algn="r">
              <a:buNone/>
              <a:defRPr sz="5162">
                <a:solidFill>
                  <a:schemeClr val="dk2"/>
                </a:solidFill>
              </a:defRPr>
            </a:lvl1pPr>
            <a:lvl2pPr lvl="1" algn="r">
              <a:buNone/>
              <a:defRPr sz="5162">
                <a:solidFill>
                  <a:schemeClr val="dk2"/>
                </a:solidFill>
              </a:defRPr>
            </a:lvl2pPr>
            <a:lvl3pPr lvl="2" algn="r">
              <a:buNone/>
              <a:defRPr sz="5162">
                <a:solidFill>
                  <a:schemeClr val="dk2"/>
                </a:solidFill>
              </a:defRPr>
            </a:lvl3pPr>
            <a:lvl4pPr lvl="3" algn="r">
              <a:buNone/>
              <a:defRPr sz="5162">
                <a:solidFill>
                  <a:schemeClr val="dk2"/>
                </a:solidFill>
              </a:defRPr>
            </a:lvl4pPr>
            <a:lvl5pPr lvl="4" algn="r">
              <a:buNone/>
              <a:defRPr sz="5162">
                <a:solidFill>
                  <a:schemeClr val="dk2"/>
                </a:solidFill>
              </a:defRPr>
            </a:lvl5pPr>
            <a:lvl6pPr lvl="5" algn="r">
              <a:buNone/>
              <a:defRPr sz="5162">
                <a:solidFill>
                  <a:schemeClr val="dk2"/>
                </a:solidFill>
              </a:defRPr>
            </a:lvl6pPr>
            <a:lvl7pPr lvl="6" algn="r">
              <a:buNone/>
              <a:defRPr sz="5162">
                <a:solidFill>
                  <a:schemeClr val="dk2"/>
                </a:solidFill>
              </a:defRPr>
            </a:lvl7pPr>
            <a:lvl8pPr lvl="7" algn="r">
              <a:buNone/>
              <a:defRPr sz="5162">
                <a:solidFill>
                  <a:schemeClr val="dk2"/>
                </a:solidFill>
              </a:defRPr>
            </a:lvl8pPr>
            <a:lvl9pPr lvl="8" algn="r">
              <a:buNone/>
              <a:defRPr sz="5162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11" Type="http://schemas.openxmlformats.org/officeDocument/2006/relationships/image" Target="../media/image7.png"/><Relationship Id="rId10" Type="http://schemas.openxmlformats.org/officeDocument/2006/relationships/image" Target="../media/image9.png"/><Relationship Id="rId9" Type="http://schemas.openxmlformats.org/officeDocument/2006/relationships/image" Target="../media/image6.jpg"/><Relationship Id="rId5" Type="http://schemas.openxmlformats.org/officeDocument/2006/relationships/image" Target="../media/image3.jpg"/><Relationship Id="rId6" Type="http://schemas.openxmlformats.org/officeDocument/2006/relationships/image" Target="../media/image2.gif"/><Relationship Id="rId7" Type="http://schemas.openxmlformats.org/officeDocument/2006/relationships/image" Target="../media/image5.png"/><Relationship Id="rId8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104450" y="21291900"/>
            <a:ext cx="14097000" cy="1544400"/>
          </a:xfrm>
          <a:prstGeom prst="rect">
            <a:avLst/>
          </a:prstGeom>
          <a:solidFill>
            <a:srgbClr val="12475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104450" y="30875013"/>
            <a:ext cx="14097000" cy="1544400"/>
          </a:xfrm>
          <a:prstGeom prst="rect">
            <a:avLst/>
          </a:prstGeom>
          <a:solidFill>
            <a:srgbClr val="12475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104450" y="21168738"/>
            <a:ext cx="14713800" cy="17907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chemeClr val="lt1"/>
                </a:solidFill>
              </a:rPr>
              <a:t>RESULTADOS E DISCUSSÃO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230650" y="30751875"/>
            <a:ext cx="14753100" cy="17907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chemeClr val="lt1"/>
                </a:solidFill>
              </a:rPr>
              <a:t>CONCLUSÕES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24436676" y="30536075"/>
            <a:ext cx="6812700" cy="17907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12475A"/>
                </a:solidFill>
              </a:rPr>
              <a:t>REFERÊNCIAS</a:t>
            </a:r>
            <a:endParaRPr sz="6000">
              <a:solidFill>
                <a:srgbClr val="12475A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104450" y="11227075"/>
            <a:ext cx="14097000" cy="1544400"/>
          </a:xfrm>
          <a:prstGeom prst="rect">
            <a:avLst/>
          </a:prstGeom>
          <a:solidFill>
            <a:srgbClr val="12475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1104450" y="11103925"/>
            <a:ext cx="14713800" cy="17907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chemeClr val="lt1"/>
                </a:solidFill>
              </a:rPr>
              <a:t>INTRODUÇÃO E OBJETIVOS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6872750" y="11227075"/>
            <a:ext cx="14097000" cy="1544400"/>
          </a:xfrm>
          <a:prstGeom prst="rect">
            <a:avLst/>
          </a:prstGeom>
          <a:solidFill>
            <a:srgbClr val="12475A"/>
          </a:solidFill>
          <a:ln cap="flat" cmpd="sng" w="9525">
            <a:solidFill>
              <a:srgbClr val="1247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16872750" y="11103925"/>
            <a:ext cx="14713800" cy="17907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chemeClr val="lt1"/>
                </a:solidFill>
              </a:rPr>
              <a:t>METODOLOGIA</a:t>
            </a:r>
            <a:endParaRPr sz="6000">
              <a:solidFill>
                <a:schemeClr val="lt1"/>
              </a:solidFill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0" y="41782000"/>
            <a:ext cx="32400000" cy="1418100"/>
          </a:xfrm>
          <a:prstGeom prst="rect">
            <a:avLst/>
          </a:prstGeom>
          <a:solidFill>
            <a:srgbClr val="12475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1104450" y="1042400"/>
            <a:ext cx="30191100" cy="8075100"/>
          </a:xfrm>
          <a:prstGeom prst="rect">
            <a:avLst/>
          </a:prstGeom>
          <a:solidFill>
            <a:srgbClr val="12475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18288150" y="0"/>
            <a:ext cx="17907000" cy="4099550"/>
          </a:xfrm>
          <a:prstGeom prst="flowChartInputOutpu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1104450" y="5363275"/>
            <a:ext cx="30191100" cy="27396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600">
                <a:solidFill>
                  <a:srgbClr val="FFFFFF"/>
                </a:solidFill>
              </a:rPr>
              <a:t>TÍTULO DO POSTER</a:t>
            </a:r>
            <a:endParaRPr b="1" sz="9600">
              <a:solidFill>
                <a:srgbClr val="FFFFFF"/>
              </a:solidFill>
            </a:endParaRPr>
          </a:p>
        </p:txBody>
      </p:sp>
      <p:pic>
        <p:nvPicPr>
          <p:cNvPr id="67" name="Google Shape;67;p13" title="a8e1f94a-01.png"/>
          <p:cNvPicPr preferRelativeResize="0"/>
          <p:nvPr/>
        </p:nvPicPr>
        <p:blipFill rotWithShape="1">
          <a:blip r:embed="rId3">
            <a:alphaModFix/>
          </a:blip>
          <a:srcRect b="39666" l="58164" r="11198" t="44349"/>
          <a:stretch/>
        </p:blipFill>
        <p:spPr>
          <a:xfrm>
            <a:off x="21196975" y="1222950"/>
            <a:ext cx="9335327" cy="2739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13"/>
          <p:cNvGrpSpPr/>
          <p:nvPr/>
        </p:nvGrpSpPr>
        <p:grpSpPr>
          <a:xfrm>
            <a:off x="1460536" y="38448300"/>
            <a:ext cx="9409404" cy="2984658"/>
            <a:chOff x="1150500" y="38391072"/>
            <a:chExt cx="9855875" cy="3126279"/>
          </a:xfrm>
        </p:grpSpPr>
        <p:pic>
          <p:nvPicPr>
            <p:cNvPr id="69" name="Google Shape;69;p13" title="eq2116e920-equinor-logo-equinor-logo--free-png-library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07741" y="39803175"/>
              <a:ext cx="3498634" cy="15545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13" title="Optimized-logo_comgas_novo_pos.jpg"/>
            <p:cNvPicPr preferRelativeResize="0"/>
            <p:nvPr/>
          </p:nvPicPr>
          <p:blipFill rotWithShape="1">
            <a:blip r:embed="rId5">
              <a:alphaModFix/>
            </a:blip>
            <a:srcRect b="22295" l="0" r="0" t="24747"/>
            <a:stretch/>
          </p:blipFill>
          <p:spPr>
            <a:xfrm>
              <a:off x="5987190" y="38548090"/>
              <a:ext cx="3707023" cy="10401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3" title="logo-fapesp.gif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57900" y="38391072"/>
              <a:ext cx="4160728" cy="8903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3" title="logo-nipe-fundo-transparente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720950" y="39724871"/>
              <a:ext cx="3385027" cy="15586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3" title="Logo_Unicamp__0.jpg"/>
            <p:cNvPicPr preferRelativeResize="0"/>
            <p:nvPr/>
          </p:nvPicPr>
          <p:blipFill rotWithShape="1">
            <a:blip r:embed="rId8">
              <a:alphaModFix/>
            </a:blip>
            <a:srcRect b="0" l="25966" r="21119" t="0"/>
            <a:stretch/>
          </p:blipFill>
          <p:spPr>
            <a:xfrm>
              <a:off x="1150500" y="39546125"/>
              <a:ext cx="1925789" cy="1971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3"/>
          <p:cNvSpPr txBox="1"/>
          <p:nvPr>
            <p:ph idx="1" type="subTitle"/>
          </p:nvPr>
        </p:nvSpPr>
        <p:spPr>
          <a:xfrm>
            <a:off x="1104450" y="6959875"/>
            <a:ext cx="30191100" cy="17907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FFFFFF"/>
                </a:solidFill>
              </a:rPr>
              <a:t>Autores/Afiliações Ex. (Nome¹, Afiliação¹; Nome², Afiliação²; Nome³, Afiliação³)</a:t>
            </a:r>
            <a:endParaRPr sz="4800">
              <a:solidFill>
                <a:srgbClr val="FFFFFF"/>
              </a:solidFill>
            </a:endParaRPr>
          </a:p>
        </p:txBody>
      </p:sp>
      <p:sp>
        <p:nvSpPr>
          <p:cNvPr id="75" name="Google Shape;75;p13"/>
          <p:cNvSpPr txBox="1"/>
          <p:nvPr>
            <p:ph idx="1" type="subTitle"/>
          </p:nvPr>
        </p:nvSpPr>
        <p:spPr>
          <a:xfrm>
            <a:off x="1104450" y="12771475"/>
            <a:ext cx="14713800" cy="80751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3600">
                <a:solidFill>
                  <a:schemeClr val="dk1"/>
                </a:solidFill>
              </a:rPr>
              <a:t>Conteúdo:</a:t>
            </a:r>
            <a:r>
              <a:rPr lang="pt-BR" sz="3600">
                <a:solidFill>
                  <a:schemeClr val="dk1"/>
                </a:solidFill>
              </a:rPr>
              <a:t> Texto conciso. Pode utilizar bullet points. Foque na lacuna de pesquisa (o problema) e no que o trabalho visa resolver no contexto de biogás/bioprodutos.</a:t>
            </a:r>
            <a:br>
              <a:rPr lang="pt-BR" sz="3600">
                <a:solidFill>
                  <a:schemeClr val="dk1"/>
                </a:solidFill>
              </a:rPr>
            </a:br>
            <a:r>
              <a:rPr lang="pt-BR" sz="3600">
                <a:solidFill>
                  <a:schemeClr val="dk1"/>
                </a:solidFill>
              </a:rPr>
              <a:t>__</a:t>
            </a:r>
            <a:br>
              <a:rPr lang="pt-BR" sz="3600">
                <a:solidFill>
                  <a:schemeClr val="dk1"/>
                </a:solidFill>
              </a:rPr>
            </a:br>
            <a:r>
              <a:rPr lang="pt-BR" sz="3600">
                <a:solidFill>
                  <a:schemeClr val="dk1"/>
                </a:solidFill>
              </a:rPr>
              <a:t>__</a:t>
            </a:r>
            <a:br>
              <a:rPr lang="pt-BR" sz="3600">
                <a:solidFill>
                  <a:schemeClr val="dk1"/>
                </a:solidFill>
              </a:rPr>
            </a:br>
            <a:r>
              <a:rPr lang="pt-BR" sz="3600">
                <a:solidFill>
                  <a:schemeClr val="dk1"/>
                </a:solidFill>
              </a:rPr>
              <a:t>__</a:t>
            </a:r>
            <a:br>
              <a:rPr lang="pt-BR" sz="3600">
                <a:solidFill>
                  <a:schemeClr val="dk1"/>
                </a:solidFill>
              </a:rPr>
            </a:br>
            <a:r>
              <a:rPr lang="pt-BR" sz="3600">
                <a:solidFill>
                  <a:schemeClr val="dk1"/>
                </a:solidFill>
              </a:rPr>
              <a:t>__</a:t>
            </a:r>
            <a:br>
              <a:rPr lang="pt-BR" sz="3600">
                <a:solidFill>
                  <a:schemeClr val="dk1"/>
                </a:solidFill>
              </a:rPr>
            </a:br>
            <a:r>
              <a:rPr lang="pt-BR" sz="3600">
                <a:solidFill>
                  <a:schemeClr val="dk1"/>
                </a:solidFill>
              </a:rPr>
              <a:t>__</a:t>
            </a:r>
            <a:br>
              <a:rPr lang="pt-BR" sz="3600">
                <a:solidFill>
                  <a:schemeClr val="dk1"/>
                </a:solidFill>
              </a:rPr>
            </a:br>
            <a:r>
              <a:rPr lang="pt-BR" sz="3600">
                <a:solidFill>
                  <a:schemeClr val="dk1"/>
                </a:solidFill>
              </a:rPr>
              <a:t>__</a:t>
            </a:r>
            <a:br>
              <a:rPr lang="pt-BR" sz="3600">
                <a:solidFill>
                  <a:schemeClr val="dk1"/>
                </a:solidFill>
              </a:rPr>
            </a:br>
            <a:r>
              <a:rPr lang="pt-BR" sz="3600">
                <a:solidFill>
                  <a:schemeClr val="dk1"/>
                </a:solidFill>
              </a:rPr>
              <a:t>__</a:t>
            </a:r>
            <a:br>
              <a:rPr lang="pt-BR" sz="3600">
                <a:solidFill>
                  <a:schemeClr val="dk1"/>
                </a:solidFill>
              </a:rPr>
            </a:br>
            <a:r>
              <a:rPr lang="pt-BR" sz="3600">
                <a:solidFill>
                  <a:schemeClr val="dk1"/>
                </a:solidFill>
              </a:rPr>
              <a:t>__</a:t>
            </a:r>
            <a:br>
              <a:rPr lang="pt-BR" sz="3600">
                <a:solidFill>
                  <a:schemeClr val="dk1"/>
                </a:solidFill>
              </a:rPr>
            </a:br>
            <a:r>
              <a:rPr lang="pt-BR" sz="3600">
                <a:solidFill>
                  <a:schemeClr val="dk1"/>
                </a:solidFill>
              </a:rPr>
              <a:t>__</a:t>
            </a:r>
            <a:endParaRPr sz="3600"/>
          </a:p>
        </p:txBody>
      </p:sp>
      <p:sp>
        <p:nvSpPr>
          <p:cNvPr id="76" name="Google Shape;76;p13"/>
          <p:cNvSpPr txBox="1"/>
          <p:nvPr>
            <p:ph idx="1" type="subTitle"/>
          </p:nvPr>
        </p:nvSpPr>
        <p:spPr>
          <a:xfrm>
            <a:off x="16581750" y="12771475"/>
            <a:ext cx="14713800" cy="80751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3600">
                <a:solidFill>
                  <a:schemeClr val="dk1"/>
                </a:solidFill>
              </a:rPr>
              <a:t>Conteúdo:</a:t>
            </a:r>
            <a:r>
              <a:rPr lang="pt-BR" sz="3600">
                <a:solidFill>
                  <a:schemeClr val="dk1"/>
                </a:solidFill>
              </a:rPr>
              <a:t> Texto conciso. Use bullet points. Foque na lacuna de pesquisa (o problema) e no que o trabalho visa resolver no contexto de biogás/bioprodutos.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</a:rPr>
              <a:t>Indicamos um Fluxograma Visual. Ex. Setas laranjas para mostrar o fluxo do processo (ex: Substrato -&gt; Digestão Anaeróbia -&gt; Purificação -&gt; Bioproduto). Ícones simples ajudam muito aqui.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600">
                <a:solidFill>
                  <a:schemeClr val="dk1"/>
                </a:solidFill>
              </a:rPr>
              <a:t>Figura X. (Remover a figura de exemplo)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77" name="Google Shape;77;p13"/>
          <p:cNvSpPr txBox="1"/>
          <p:nvPr>
            <p:ph idx="1" type="subTitle"/>
          </p:nvPr>
        </p:nvSpPr>
        <p:spPr>
          <a:xfrm>
            <a:off x="1104450" y="22802863"/>
            <a:ext cx="30191100" cy="74079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3600">
                <a:solidFill>
                  <a:schemeClr val="dk1"/>
                </a:solidFill>
              </a:rPr>
              <a:t>Layout de Exemplo:</a:t>
            </a:r>
            <a:endParaRPr i="1" sz="3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3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3600">
                <a:solidFill>
                  <a:schemeClr val="dk1"/>
                </a:solidFill>
              </a:rPr>
              <a:t>Figura Principal (Grande destaque), Exemplo: Um gráfico grande ou mapa de calor que resume a principal descoberta. Use o Verde Limão para dados positivos e o Laranja para contrastes.</a:t>
            </a:r>
            <a:endParaRPr i="1" sz="3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3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pt-BR" sz="3600">
                <a:solidFill>
                  <a:schemeClr val="dk1"/>
                </a:solidFill>
              </a:rPr>
              <a:t>Figuras Secundárias (Ao lado ou abaixo): Dois gráficos menores comparativos (ex: Gráfico A vs Gráfico B).</a:t>
            </a:r>
            <a:endParaRPr i="1" sz="3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3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3600">
                <a:solidFill>
                  <a:schemeClr val="dk1"/>
                </a:solidFill>
              </a:rPr>
              <a:t>Texto de Suporte: Pequenas caixas de texto (com fundo cinza muito claro para destacar) próximas aos gráficos, com setas apontando para o dado relevante, explicando o que ele significa ("Callouts"). Não apenas descreva o gráfico, </a:t>
            </a:r>
            <a:r>
              <a:rPr i="1" lang="pt-BR" sz="3600">
                <a:solidFill>
                  <a:schemeClr val="dk1"/>
                </a:solidFill>
              </a:rPr>
              <a:t>interprete</a:t>
            </a:r>
            <a:r>
              <a:rPr i="1" lang="pt-BR" sz="3600">
                <a:solidFill>
                  <a:schemeClr val="dk1"/>
                </a:solidFill>
              </a:rPr>
              <a:t>-o</a:t>
            </a:r>
            <a:endParaRPr i="1" sz="3600">
              <a:solidFill>
                <a:schemeClr val="dk1"/>
              </a:solidFill>
            </a:endParaRPr>
          </a:p>
        </p:txBody>
      </p:sp>
      <p:sp>
        <p:nvSpPr>
          <p:cNvPr id="78" name="Google Shape;78;p13"/>
          <p:cNvSpPr txBox="1"/>
          <p:nvPr>
            <p:ph idx="1" type="subTitle"/>
          </p:nvPr>
        </p:nvSpPr>
        <p:spPr>
          <a:xfrm>
            <a:off x="1104450" y="32326775"/>
            <a:ext cx="21753000" cy="42561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rmAutofit fontScale="925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3600">
                <a:solidFill>
                  <a:schemeClr val="dk1"/>
                </a:solidFill>
              </a:rPr>
              <a:t>O fechamento e as informações protocolares. </a:t>
            </a:r>
            <a:endParaRPr i="1" sz="36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3600">
                <a:solidFill>
                  <a:schemeClr val="dk1"/>
                </a:solidFill>
              </a:rPr>
              <a:t>Ex. Discussão do Conteúdo ou 3 a 4 bullet points fortes e diretos. </a:t>
            </a:r>
            <a:endParaRPr i="1" sz="3600">
              <a:solidFill>
                <a:schemeClr val="dk1"/>
              </a:solidFill>
            </a:endParaRPr>
          </a:p>
          <a:p>
            <a:pPr indent="-44005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i="1" lang="pt-BR" sz="3600">
                <a:solidFill>
                  <a:schemeClr val="dk1"/>
                </a:solidFill>
              </a:rPr>
              <a:t>Qual é a mensagem para levar para casa? (Ex: "O processo X aumentou o rendimento de biometano em 20%...")</a:t>
            </a:r>
            <a:endParaRPr i="1" sz="3600">
              <a:solidFill>
                <a:schemeClr val="dk1"/>
              </a:solidFill>
            </a:endParaRPr>
          </a:p>
          <a:p>
            <a:pPr indent="-44005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i="1" lang="pt-BR" sz="3600">
                <a:solidFill>
                  <a:schemeClr val="dk1"/>
                </a:solidFill>
              </a:rPr>
              <a:t>Qual é a mensagem para levar para casa? (Ex: "O processo X aumentou o rendimento de biometano em 20%...")</a:t>
            </a:r>
            <a:endParaRPr i="1" sz="3600">
              <a:solidFill>
                <a:schemeClr val="dk1"/>
              </a:solidFill>
            </a:endParaRPr>
          </a:p>
          <a:p>
            <a:pPr indent="-44005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i="1" lang="pt-BR" sz="3600">
                <a:solidFill>
                  <a:schemeClr val="dk1"/>
                </a:solidFill>
              </a:rPr>
              <a:t>Qual é a mensagem para levar para casa? (Ex: "O processo X aumentou o rendimento de biometano em 20%...")</a:t>
            </a:r>
            <a:endParaRPr i="1" sz="3600">
              <a:solidFill>
                <a:schemeClr val="dk1"/>
              </a:solidFill>
            </a:endParaRPr>
          </a:p>
        </p:txBody>
      </p:sp>
      <p:pic>
        <p:nvPicPr>
          <p:cNvPr descr="Vou te ajudar a configurar o Google Slides para o formato de poster 90x120cm.&#10;&#10;## Como alterar o tamanho do slide para poster 90x120cm&#10;&#10;Para configurar seu slide no formato de poster, siga estes passos:&#10;&#10;### Passo a passo:&#10;&#10;1. **Abra sua apresentação no Google Slides**&#10;&#10;2. **Acesse as configurações de página:**&#10;   - Clique em **Arquivo** (File) no menu superior&#10;   - Selecione **Configurar página** (Page setup)&#10;&#10;3. **Configure o tamanho personalizado:**&#10;   - No menu suspenso, selecione **Personalizado** (Custom)&#10;   - Insira as dimensões do poster:&#10;     - **Largura:** 90 cm&#10;     - **Altura:** 120 cm&#10;   - Ou use as unidades que preferir (polegadas):&#10;     - **Largura:** 35,43 polegadas&#10;     - **Altura:** 47,24 polegadas&#10;&#10;4. **Clique em Aplicar** (Apply)&#10;&#10;### Dicas importantes:&#10;&#10;**⚠️ Limitações do Google Slides:**&#10;- O Google Slides tem limite máximo de **56 polegadas (142,24 cm)** para qualquer dimensão&#10;- Como seu poster é 90x120cm, está dentro do limite ✓&#10;&#10;**📐 Proporção:**&#10;- Seu poster tem proporção **3:4** (90:120)&#10;- Isso significa orientação **retrato** (vertical)&#10;&#10;**🎨 Recomendações para trabalhar com posters:**&#10;- **Resolução:** Configure imagens com pelo menos 150-300 DPI para impressão&#10;- **Fontes:** Use tamanhos grandes (mínimo 24pt para texto normal, 48-72pt para títulos)&#10;- **Margens:** Deixe pelo menos 2-3cm de margem em todos os lados para área de segurança&#10;- **Exportação:** Exporte como PDF para impressão (Arquivo &gt; Download &gt; Documento PDF)&#10;&#10;**💡 Alternativa para melhor qualidade:**&#10;Se você precisar de alta resolução para impressão profissional, considere usar:&#10;- **Adobe Illustrator** ou **Affinity Designer** (design vetorial)&#10;- **Canva** (tem templates de poster com dimensões personalizadas)&#10;- **Inkscape** (gratuito, vetorial)&#10;&#10;Precisa de ajuda para criar o layout do poster ou configurar algum elemento específico?" id="79" name="Google Shape;79;p13"/>
          <p:cNvPicPr preferRelativeResize="0"/>
          <p:nvPr/>
        </p:nvPicPr>
        <p:blipFill rotWithShape="1">
          <a:blip r:embed="rId9">
            <a:alphaModFix/>
          </a:blip>
          <a:srcRect b="14125" l="4850" r="51535" t="71362"/>
          <a:stretch/>
        </p:blipFill>
        <p:spPr>
          <a:xfrm>
            <a:off x="17172188" y="18231875"/>
            <a:ext cx="13532919" cy="251362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 txBox="1"/>
          <p:nvPr>
            <p:ph idx="1" type="subTitle"/>
          </p:nvPr>
        </p:nvSpPr>
        <p:spPr>
          <a:xfrm>
            <a:off x="23963525" y="31891850"/>
            <a:ext cx="3608700" cy="46500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pt-BR" sz="2380">
                <a:solidFill>
                  <a:schemeClr val="dk1"/>
                </a:solidFill>
              </a:rPr>
              <a:t>Caso o inscrito deseje apresentar suas referências bibliográficas, elas podem ser inseridas neste campo na forma de um QRCode gerado para um documento com a sua lista</a:t>
            </a:r>
            <a:endParaRPr b="1" sz="2380">
              <a:solidFill>
                <a:schemeClr val="dk1"/>
              </a:solidFill>
            </a:endParaRPr>
          </a:p>
        </p:txBody>
      </p:sp>
      <p:pic>
        <p:nvPicPr>
          <p:cNvPr id="81" name="Google Shape;81;p13" title="CP2B-LOGO-NEGATIVO-BR@8x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814325" y="1245756"/>
            <a:ext cx="6591345" cy="2513594"/>
          </a:xfrm>
          <a:prstGeom prst="rect">
            <a:avLst/>
          </a:prstGeom>
          <a:solidFill>
            <a:srgbClr val="12475A"/>
          </a:solidFill>
          <a:ln>
            <a:noFill/>
          </a:ln>
        </p:spPr>
      </p:pic>
      <p:cxnSp>
        <p:nvCxnSpPr>
          <p:cNvPr id="82" name="Google Shape;82;p13"/>
          <p:cNvCxnSpPr/>
          <p:nvPr/>
        </p:nvCxnSpPr>
        <p:spPr>
          <a:xfrm>
            <a:off x="1257900" y="10070000"/>
            <a:ext cx="30099000" cy="0"/>
          </a:xfrm>
          <a:prstGeom prst="straightConnector1">
            <a:avLst/>
          </a:prstGeom>
          <a:noFill/>
          <a:ln cap="flat" cmpd="sng" w="76200">
            <a:solidFill>
              <a:srgbClr val="12475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3"/>
          <p:cNvCxnSpPr/>
          <p:nvPr/>
        </p:nvCxnSpPr>
        <p:spPr>
          <a:xfrm>
            <a:off x="16345500" y="10883113"/>
            <a:ext cx="0" cy="8724600"/>
          </a:xfrm>
          <a:prstGeom prst="straightConnector1">
            <a:avLst/>
          </a:prstGeom>
          <a:noFill/>
          <a:ln cap="flat" cmpd="sng" w="76200">
            <a:solidFill>
              <a:srgbClr val="12475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3"/>
          <p:cNvCxnSpPr/>
          <p:nvPr/>
        </p:nvCxnSpPr>
        <p:spPr>
          <a:xfrm>
            <a:off x="1150500" y="20836000"/>
            <a:ext cx="30099000" cy="0"/>
          </a:xfrm>
          <a:prstGeom prst="straightConnector1">
            <a:avLst/>
          </a:prstGeom>
          <a:noFill/>
          <a:ln cap="flat" cmpd="sng" w="76200">
            <a:solidFill>
              <a:srgbClr val="12475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3"/>
          <p:cNvCxnSpPr/>
          <p:nvPr/>
        </p:nvCxnSpPr>
        <p:spPr>
          <a:xfrm>
            <a:off x="1150500" y="30542900"/>
            <a:ext cx="30099000" cy="0"/>
          </a:xfrm>
          <a:prstGeom prst="straightConnector1">
            <a:avLst/>
          </a:prstGeom>
          <a:noFill/>
          <a:ln cap="flat" cmpd="sng" w="76200">
            <a:solidFill>
              <a:srgbClr val="12475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104450" y="36915100"/>
            <a:ext cx="9765600" cy="14181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800"/>
              <a:t>Parceiros e </a:t>
            </a:r>
            <a:r>
              <a:rPr b="1" lang="pt-BR" sz="4800"/>
              <a:t>Patrocinadores</a:t>
            </a:r>
            <a:r>
              <a:rPr b="1" lang="pt-BR" sz="4800"/>
              <a:t>:</a:t>
            </a:r>
            <a:endParaRPr sz="4800"/>
          </a:p>
        </p:txBody>
      </p:sp>
      <p:cxnSp>
        <p:nvCxnSpPr>
          <p:cNvPr id="87" name="Google Shape;87;p13"/>
          <p:cNvCxnSpPr/>
          <p:nvPr/>
        </p:nvCxnSpPr>
        <p:spPr>
          <a:xfrm>
            <a:off x="23742350" y="31357050"/>
            <a:ext cx="0" cy="4628400"/>
          </a:xfrm>
          <a:prstGeom prst="straightConnector1">
            <a:avLst/>
          </a:prstGeom>
          <a:noFill/>
          <a:ln cap="flat" cmpd="sng" w="76200">
            <a:solidFill>
              <a:srgbClr val="12475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1150500" y="36915088"/>
            <a:ext cx="30099000" cy="0"/>
          </a:xfrm>
          <a:prstGeom prst="straightConnector1">
            <a:avLst/>
          </a:prstGeom>
          <a:noFill/>
          <a:ln cap="flat" cmpd="sng" w="76200">
            <a:solidFill>
              <a:srgbClr val="12475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1457125" y="36972650"/>
            <a:ext cx="8344800" cy="14181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800"/>
              <a:t>Agradecimentos</a:t>
            </a:r>
            <a:endParaRPr sz="4800"/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11">
            <a:alphaModFix amt="22000"/>
          </a:blip>
          <a:stretch>
            <a:fillRect/>
          </a:stretch>
        </p:blipFill>
        <p:spPr>
          <a:xfrm>
            <a:off x="27196000" y="32167075"/>
            <a:ext cx="4099550" cy="409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" type="subTitle"/>
          </p:nvPr>
        </p:nvSpPr>
        <p:spPr>
          <a:xfrm>
            <a:off x="11852914" y="38366750"/>
            <a:ext cx="11889300" cy="29847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3000">
                <a:solidFill>
                  <a:schemeClr val="dk1"/>
                </a:solidFill>
              </a:rPr>
              <a:t>Agradecimento dirigido aos órgãos financiadores</a:t>
            </a:r>
            <a:endParaRPr i="1" sz="3000">
              <a:solidFill>
                <a:schemeClr val="dk1"/>
              </a:solidFill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11">
            <a:alphaModFix amt="22000"/>
          </a:blip>
          <a:stretch>
            <a:fillRect/>
          </a:stretch>
        </p:blipFill>
        <p:spPr>
          <a:xfrm>
            <a:off x="28264746" y="38448300"/>
            <a:ext cx="2984631" cy="29846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24098675" y="38108075"/>
            <a:ext cx="7364400" cy="3243300"/>
          </a:xfrm>
          <a:prstGeom prst="rect">
            <a:avLst/>
          </a:prstGeom>
        </p:spPr>
        <p:txBody>
          <a:bodyPr anchorCtr="0" anchor="t" bIns="471925" lIns="471925" spcFirstLastPara="1" rIns="471925" wrap="square" tIns="471925">
            <a:no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3000">
                <a:solidFill>
                  <a:schemeClr val="dk1"/>
                </a:solidFill>
              </a:rPr>
              <a:t>Q</a:t>
            </a:r>
            <a:r>
              <a:rPr b="1" i="1" lang="pt-BR" sz="3000">
                <a:solidFill>
                  <a:schemeClr val="dk1"/>
                </a:solidFill>
              </a:rPr>
              <a:t>RCode pode levar para o site do laboratório. Adicione um pequeno texto acima: "Escaneie para acessar *_Exemplo_*".</a:t>
            </a:r>
            <a:endParaRPr b="1" i="1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